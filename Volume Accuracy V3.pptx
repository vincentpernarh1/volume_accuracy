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A006-2E2D-1381-CCDE-E7154ABAE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19D82-453B-E6AD-9072-0E6701D30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812A0-1A4D-92CB-4D7A-521C0F985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D7A8-3E33-4E77-995E-64726D0BAB5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EAC32-1666-F2A1-DA64-D2F58A14F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1E19-D0EA-0FA2-FC1A-82151A3A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CA42-7BA4-476C-B412-DC9D07E2C5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161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7539-23EE-03D3-245F-FF43F7CA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825A4-A67D-D219-F2A1-A1DEDA94A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3DC34-2274-9454-D06F-5776346A0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D7A8-3E33-4E77-995E-64726D0BAB5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C4346-A349-5897-1568-12D506E8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40376-2921-E8BE-3DBE-9E64A0E1C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CA42-7BA4-476C-B412-DC9D07E2C5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192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F815D-5A71-39DE-7CFB-B4E6798A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AEF76-C6E8-58B8-B624-6764F9553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183BF-CFD9-E36E-2DA4-12FFF598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D7A8-3E33-4E77-995E-64726D0BAB5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354FC-7140-7F10-5D07-C4AE80E38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A7A7E-0F66-7073-DFCF-629566CD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CA42-7BA4-476C-B412-DC9D07E2C5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3652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E19D-3577-F81A-E1D4-E4F05A183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CB697-FB7E-CAE1-D3DE-7BB3E5D10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0DE6F2-8883-E234-F2AB-AC87B8E11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BB4AE-A747-CCE1-F4B2-3262E0E7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D7A8-3E33-4E77-995E-64726D0BAB5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4138F-3BCB-943B-676F-4F8F57B01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1B03B-F0E8-E8DA-91F3-1155ED52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CA42-7BA4-476C-B412-DC9D07E2C5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451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8123A-5576-FC90-6669-46916DB41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E0C62-1896-E8D6-C782-F86517B18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5C6AC-E11A-4CEF-9235-B2EC646B9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8F61F5-E015-3567-25F8-C97C07E9A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DDA7C-C479-CFD1-58BC-B1487D938F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4FD4B8-8B5F-70B0-BB93-39A66DB2C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D7A8-3E33-4E77-995E-64726D0BAB5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C7231-0415-ECE0-4572-CF55B316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F3B14-14A8-6408-28C1-419A0605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CA42-7BA4-476C-B412-DC9D07E2C5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850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DA45-BAF6-AE3E-7BBC-455F229F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45A4AA-077C-D052-FCC9-7505B2F76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D7A8-3E33-4E77-995E-64726D0BAB5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4B8FA-49EA-50F0-A2CC-0807E06B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CDA73-0469-3AF9-444A-849A7A7C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CA42-7BA4-476C-B412-DC9D07E2C5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23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55CDF-94E6-A644-7411-CE6B395C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D7A8-3E33-4E77-995E-64726D0BAB5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0B4B0C-87C6-4584-5EF3-0A4E0B80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95A3C-36BF-8E5A-4B45-2F5E46BF9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CA42-7BA4-476C-B412-DC9D07E2C5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9428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F5C9-A016-23B3-C184-04E0C9C01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CE6BA-340D-F796-D2DE-C31CC0D6D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FA152-5824-DD99-2F64-7D896903A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45DAE-EAF5-4E85-7721-10205179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D7A8-3E33-4E77-995E-64726D0BAB5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621A3-9FD9-C656-3E3E-798F6E8B9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BE593-870F-83BF-217A-00CCD163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CA42-7BA4-476C-B412-DC9D07E2C5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7833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945FC-F72C-2F66-FFB7-CBC60452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526384-3D68-F946-ACDC-39670DA7A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899A6-B7A6-6988-CB27-531D14D8B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0E3C8-144D-82B3-FB38-B9D8DCFB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D7A8-3E33-4E77-995E-64726D0BAB5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8C24B-D965-A4A3-6A2E-9C31E0B85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4A942-4C18-D406-862D-EE1660E3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CA42-7BA4-476C-B412-DC9D07E2C5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2586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71145-A88D-ECEA-A499-DED34534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0C433-8A97-9F1A-BA09-6CE1166D2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CC011-CD3B-64C1-F4DA-7FAB975F4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D7A8-3E33-4E77-995E-64726D0BAB5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94F8B-0127-0703-04F2-45E364A23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600DE-DCEA-2C21-C69B-0E22F445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CA42-7BA4-476C-B412-DC9D07E2C5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27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92E7D-030A-642E-BB81-FF3A9A2A4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57854-402A-C2F8-93D1-811417766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6B17D-60F9-5F53-6AAB-F74A2A7AA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D7A8-3E33-4E77-995E-64726D0BAB5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F3153-354F-EE51-CCD1-C5EB7AE98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F4A25-4D6B-1D24-9B17-11323455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CA42-7BA4-476C-B412-DC9D07E2C5F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824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E0AD49-F0B9-054C-EFA1-61F970EE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B45BD-A08E-F771-67AE-B5A65FD5C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AC3D3-7C75-F3EC-8302-360C9665F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7D7A8-3E33-4E77-995E-64726D0BAB53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F8B5A-A4AE-A658-9102-697F060C7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F5BD4-A873-6E34-0AC6-B27E4EC63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9CA42-7BA4-476C-B412-DC9D07E2C5FC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0C6DAF-8D99-B261-FC3C-3D47FF617A6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14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747474">
                    <a:alpha val="50000"/>
                  </a:srgbClr>
                </a:solidFill>
                <a:latin typeface="Delivery"/>
              </a:rPr>
              <a:t>FOR INTERNAL USE</a:t>
            </a:r>
          </a:p>
        </p:txBody>
      </p:sp>
    </p:spTree>
    <p:extLst>
      <p:ext uri="{BB962C8B-B14F-4D97-AF65-F5344CB8AC3E}">
        <p14:creationId xmlns:p14="http://schemas.microsoft.com/office/powerpoint/2010/main" val="196584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C9501E5-4743-EAAB-729C-922AF4334E28}"/>
              </a:ext>
            </a:extLst>
          </p:cNvPr>
          <p:cNvSpPr/>
          <p:nvPr/>
        </p:nvSpPr>
        <p:spPr>
          <a:xfrm>
            <a:off x="-71120" y="54035"/>
            <a:ext cx="12324080" cy="660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771F88-D07E-4B3C-711E-5782882CE888}"/>
              </a:ext>
            </a:extLst>
          </p:cNvPr>
          <p:cNvSpPr/>
          <p:nvPr/>
        </p:nvSpPr>
        <p:spPr>
          <a:xfrm>
            <a:off x="1767735" y="70634"/>
            <a:ext cx="865653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VOLUME ACCURACY V3 (PATTERN)</a:t>
            </a:r>
            <a:endParaRPr lang="en-US" sz="4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2B31D6-E05C-C0C6-2159-95EE7C41A2F2}"/>
              </a:ext>
            </a:extLst>
          </p:cNvPr>
          <p:cNvCxnSpPr>
            <a:cxnSpLocks/>
          </p:cNvCxnSpPr>
          <p:nvPr/>
        </p:nvCxnSpPr>
        <p:spPr>
          <a:xfrm>
            <a:off x="6192520" y="846514"/>
            <a:ext cx="0" cy="59472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15A3E43-CEAB-9F13-8EB1-F37527E60A75}"/>
              </a:ext>
            </a:extLst>
          </p:cNvPr>
          <p:cNvSpPr txBox="1"/>
          <p:nvPr/>
        </p:nvSpPr>
        <p:spPr>
          <a:xfrm>
            <a:off x="1889760" y="1038295"/>
            <a:ext cx="2387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u="sng" dirty="0">
                <a:solidFill>
                  <a:srgbClr val="7030A0"/>
                </a:solidFill>
              </a:rPr>
              <a:t>REQUESITOS</a:t>
            </a:r>
            <a:endParaRPr lang="pt-BR" sz="2400" b="1" i="1" u="sng" dirty="0">
              <a:solidFill>
                <a:srgbClr val="7030A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44C767-6D69-017B-6235-03E4F8200911}"/>
              </a:ext>
            </a:extLst>
          </p:cNvPr>
          <p:cNvSpPr txBox="1"/>
          <p:nvPr/>
        </p:nvSpPr>
        <p:spPr>
          <a:xfrm>
            <a:off x="6195545" y="1053068"/>
            <a:ext cx="6016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u="sng" dirty="0">
                <a:solidFill>
                  <a:srgbClr val="7030A0"/>
                </a:solidFill>
              </a:rPr>
              <a:t>CRONOGRAMA DE DESENVOLVIMENTO</a:t>
            </a:r>
            <a:endParaRPr lang="pt-BR" sz="2400" b="1" i="1" u="sng" dirty="0">
              <a:solidFill>
                <a:srgbClr val="7030A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296587-5CBA-3368-C1B0-965F54310FC9}"/>
              </a:ext>
            </a:extLst>
          </p:cNvPr>
          <p:cNvSpPr txBox="1"/>
          <p:nvPr/>
        </p:nvSpPr>
        <p:spPr>
          <a:xfrm>
            <a:off x="132079" y="1615440"/>
            <a:ext cx="56692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Disponibilizar</a:t>
            </a:r>
            <a:r>
              <a:rPr lang="en-US" dirty="0"/>
              <a:t> </a:t>
            </a:r>
            <a:r>
              <a:rPr lang="en-US" dirty="0" err="1"/>
              <a:t>Griglia</a:t>
            </a:r>
            <a:r>
              <a:rPr lang="en-US" dirty="0"/>
              <a:t> no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formato</a:t>
            </a:r>
            <a:r>
              <a:rPr lang="en-US" dirty="0"/>
              <a:t>/</a:t>
            </a:r>
            <a:r>
              <a:rPr lang="en-US" dirty="0" err="1"/>
              <a:t>padrão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Um </a:t>
            </a:r>
            <a:r>
              <a:rPr lang="en-US" dirty="0" err="1"/>
              <a:t>arquivo</a:t>
            </a:r>
            <a:r>
              <a:rPr lang="en-US" dirty="0"/>
              <a:t> </a:t>
            </a:r>
            <a:r>
              <a:rPr lang="en-US" dirty="0" err="1"/>
              <a:t>bem</a:t>
            </a:r>
            <a:r>
              <a:rPr lang="en-US" dirty="0"/>
              <a:t> </a:t>
            </a:r>
            <a:r>
              <a:rPr lang="en-US" dirty="0" err="1"/>
              <a:t>formatado</a:t>
            </a:r>
            <a:r>
              <a:rPr lang="en-US" dirty="0"/>
              <a:t> de pattern – (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precisar</a:t>
            </a:r>
            <a:r>
              <a:rPr lang="en-US" dirty="0"/>
              <a:t> que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formato</a:t>
            </a:r>
            <a:r>
              <a:rPr lang="en-US" dirty="0"/>
              <a:t> </a:t>
            </a:r>
            <a:r>
              <a:rPr lang="en-US" dirty="0" err="1"/>
              <a:t>seja</a:t>
            </a:r>
            <a:r>
              <a:rPr lang="en-US" dirty="0"/>
              <a:t> </a:t>
            </a:r>
            <a:r>
              <a:rPr lang="en-US" dirty="0" err="1"/>
              <a:t>padrão</a:t>
            </a:r>
            <a:r>
              <a:rPr lang="en-US" dirty="0"/>
              <a:t>).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Planilha</a:t>
            </a:r>
            <a:r>
              <a:rPr lang="en-US" dirty="0"/>
              <a:t> da </a:t>
            </a:r>
            <a:r>
              <a:rPr lang="en-US" b="1" dirty="0" err="1"/>
              <a:t>Tabela</a:t>
            </a:r>
            <a:r>
              <a:rPr lang="en-US" b="1" dirty="0"/>
              <a:t>-de-Para</a:t>
            </a:r>
            <a:r>
              <a:rPr lang="en-US" dirty="0"/>
              <a:t> </a:t>
            </a:r>
            <a:r>
              <a:rPr lang="en-US" dirty="0" err="1"/>
              <a:t>precisa</a:t>
            </a:r>
            <a:r>
              <a:rPr lang="en-US" dirty="0"/>
              <a:t> ser </a:t>
            </a:r>
            <a:r>
              <a:rPr lang="en-US" dirty="0" err="1"/>
              <a:t>atualizada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Acesso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workspace de Capacity para </a:t>
            </a:r>
            <a:r>
              <a:rPr lang="en-US" dirty="0" err="1"/>
              <a:t>implantar</a:t>
            </a:r>
            <a:r>
              <a:rPr lang="en-US" dirty="0"/>
              <a:t> nova </a:t>
            </a:r>
            <a:r>
              <a:rPr lang="en-US" dirty="0" err="1"/>
              <a:t>pagina</a:t>
            </a:r>
            <a:r>
              <a:rPr lang="en-US" dirty="0"/>
              <a:t> no BI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4B117F-BA94-4595-0E27-CE25122321C9}"/>
              </a:ext>
            </a:extLst>
          </p:cNvPr>
          <p:cNvSpPr txBox="1"/>
          <p:nvPr/>
        </p:nvSpPr>
        <p:spPr>
          <a:xfrm>
            <a:off x="327663" y="4716609"/>
            <a:ext cx="537971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NOVIDADE?</a:t>
            </a:r>
          </a:p>
          <a:p>
            <a:endParaRPr lang="en-US" dirty="0"/>
          </a:p>
          <a:p>
            <a:r>
              <a:rPr lang="en-US" sz="2000" b="1" i="1" dirty="0"/>
              <a:t>Novo </a:t>
            </a:r>
            <a:r>
              <a:rPr lang="en-US" sz="2000" b="1" i="1" dirty="0" err="1"/>
              <a:t>botão</a:t>
            </a:r>
            <a:r>
              <a:rPr lang="en-US" sz="2000" b="1" i="1" dirty="0"/>
              <a:t> </a:t>
            </a:r>
            <a:r>
              <a:rPr lang="en-US" sz="2000" b="1" i="1" dirty="0" err="1"/>
              <a:t>na</a:t>
            </a:r>
            <a:r>
              <a:rPr lang="en-US" sz="2000" b="1" i="1" dirty="0"/>
              <a:t> interface </a:t>
            </a:r>
            <a:r>
              <a:rPr lang="en-US" sz="2000" b="1" i="1" dirty="0" err="1"/>
              <a:t>antigo</a:t>
            </a:r>
            <a:r>
              <a:rPr lang="en-US" sz="2000" b="1" i="1" dirty="0"/>
              <a:t> para </a:t>
            </a:r>
            <a:r>
              <a:rPr lang="en-US" sz="2000" b="1" i="1" dirty="0" err="1"/>
              <a:t>realizar</a:t>
            </a:r>
            <a:r>
              <a:rPr lang="en-US" sz="2000" b="1" i="1" dirty="0"/>
              <a:t> </a:t>
            </a:r>
            <a:r>
              <a:rPr lang="en-US" sz="2000" b="1" i="1" dirty="0" err="1"/>
              <a:t>calculo</a:t>
            </a:r>
            <a:r>
              <a:rPr lang="en-US" sz="2000" b="1" i="1" dirty="0"/>
              <a:t> </a:t>
            </a:r>
            <a:r>
              <a:rPr lang="en-US" sz="2000" b="1" i="1" dirty="0" err="1"/>
              <a:t>abseado</a:t>
            </a:r>
            <a:r>
              <a:rPr lang="en-US" sz="2000" b="1" i="1" dirty="0"/>
              <a:t> </a:t>
            </a:r>
            <a:r>
              <a:rPr lang="en-US" sz="2000" b="1" i="1" dirty="0" err="1"/>
              <a:t>em</a:t>
            </a:r>
            <a:r>
              <a:rPr lang="en-US" sz="2000" b="1" i="1" dirty="0"/>
              <a:t> pattern.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C2C91CC-21E2-CEF5-32D4-C57199A6B464}"/>
              </a:ext>
            </a:extLst>
          </p:cNvPr>
          <p:cNvSpPr/>
          <p:nvPr/>
        </p:nvSpPr>
        <p:spPr>
          <a:xfrm>
            <a:off x="8412478" y="1757589"/>
            <a:ext cx="3007362" cy="75193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Recepção</a:t>
            </a:r>
            <a:r>
              <a:rPr lang="en-US" sz="1600" dirty="0"/>
              <a:t>, </a:t>
            </a:r>
            <a:r>
              <a:rPr lang="en-US" sz="1600" dirty="0" err="1"/>
              <a:t>estudo</a:t>
            </a:r>
            <a:r>
              <a:rPr lang="en-US" sz="1600" dirty="0"/>
              <a:t> das bases e </a:t>
            </a:r>
            <a:r>
              <a:rPr lang="en-US" sz="1600" dirty="0" err="1"/>
              <a:t>inicio</a:t>
            </a:r>
            <a:r>
              <a:rPr lang="en-US" sz="1600" dirty="0"/>
              <a:t> da </a:t>
            </a:r>
            <a:r>
              <a:rPr lang="en-US" sz="1600" dirty="0" err="1"/>
              <a:t>implemetação</a:t>
            </a:r>
            <a:r>
              <a:rPr lang="en-US" sz="1600" dirty="0"/>
              <a:t> de </a:t>
            </a:r>
            <a:r>
              <a:rPr lang="en-US" sz="1600" dirty="0" err="1"/>
              <a:t>transformação</a:t>
            </a:r>
            <a:r>
              <a:rPr lang="en-US" sz="1600" dirty="0"/>
              <a:t> de </a:t>
            </a:r>
            <a:r>
              <a:rPr lang="en-US" sz="1600" dirty="0" err="1"/>
              <a:t>griglias</a:t>
            </a:r>
            <a:endParaRPr lang="pt-BR" sz="16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59E8535-C4A5-6DBA-BBCF-734A98EDC9DF}"/>
              </a:ext>
            </a:extLst>
          </p:cNvPr>
          <p:cNvSpPr/>
          <p:nvPr/>
        </p:nvSpPr>
        <p:spPr>
          <a:xfrm>
            <a:off x="8412480" y="2924527"/>
            <a:ext cx="3007342" cy="7519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Implimentação</a:t>
            </a:r>
            <a:r>
              <a:rPr lang="en-US" dirty="0"/>
              <a:t> do modulo de </a:t>
            </a:r>
            <a:r>
              <a:rPr lang="en-US" dirty="0" err="1"/>
              <a:t>calculo</a:t>
            </a:r>
            <a:r>
              <a:rPr lang="en-US" dirty="0"/>
              <a:t> de Mix via pattern</a:t>
            </a:r>
            <a:endParaRPr lang="pt-BR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ACD0C8D-C3D6-C222-C793-1D73B61025DE}"/>
              </a:ext>
            </a:extLst>
          </p:cNvPr>
          <p:cNvSpPr/>
          <p:nvPr/>
        </p:nvSpPr>
        <p:spPr>
          <a:xfrm>
            <a:off x="8412479" y="4091465"/>
            <a:ext cx="3007341" cy="50261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Validações</a:t>
            </a:r>
            <a:r>
              <a:rPr lang="en-US" dirty="0"/>
              <a:t> de </a:t>
            </a:r>
            <a:r>
              <a:rPr lang="en-US" dirty="0" err="1"/>
              <a:t>MIx</a:t>
            </a:r>
            <a:endParaRPr lang="pt-BR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F43D15D-EFC8-EAE2-32BB-556367483B4A}"/>
              </a:ext>
            </a:extLst>
          </p:cNvPr>
          <p:cNvSpPr/>
          <p:nvPr/>
        </p:nvSpPr>
        <p:spPr>
          <a:xfrm>
            <a:off x="8412478" y="4987199"/>
            <a:ext cx="3007341" cy="9082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Criação</a:t>
            </a:r>
            <a:r>
              <a:rPr lang="en-US" dirty="0"/>
              <a:t> de BI para </a:t>
            </a:r>
            <a:r>
              <a:rPr lang="en-US" dirty="0" err="1"/>
              <a:t>projeção</a:t>
            </a:r>
            <a:r>
              <a:rPr lang="en-US" dirty="0"/>
              <a:t> de volume </a:t>
            </a:r>
            <a:r>
              <a:rPr lang="en-US" dirty="0" err="1"/>
              <a:t>baseado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Mix </a:t>
            </a:r>
            <a:r>
              <a:rPr lang="en-US" dirty="0" err="1"/>
              <a:t>por</a:t>
            </a:r>
            <a:r>
              <a:rPr lang="en-US" dirty="0"/>
              <a:t> Pattern</a:t>
            </a:r>
            <a:endParaRPr lang="pt-BR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4B1E5F-050F-6BB5-5839-6DD19923A633}"/>
              </a:ext>
            </a:extLst>
          </p:cNvPr>
          <p:cNvSpPr txBox="1"/>
          <p:nvPr/>
        </p:nvSpPr>
        <p:spPr>
          <a:xfrm>
            <a:off x="7208524" y="1934221"/>
            <a:ext cx="591814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3️⃣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47F9E3-D586-9D70-5ECF-A752C3875DD5}"/>
              </a:ext>
            </a:extLst>
          </p:cNvPr>
          <p:cNvSpPr txBox="1"/>
          <p:nvPr/>
        </p:nvSpPr>
        <p:spPr>
          <a:xfrm>
            <a:off x="6939281" y="1626444"/>
            <a:ext cx="1005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SEMANA</a:t>
            </a:r>
            <a:endParaRPr lang="pt-BR" sz="1400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B3C140-385E-A1ED-9637-4A374B3B5385}"/>
              </a:ext>
            </a:extLst>
          </p:cNvPr>
          <p:cNvSpPr txBox="1"/>
          <p:nvPr/>
        </p:nvSpPr>
        <p:spPr>
          <a:xfrm>
            <a:off x="7227571" y="3092272"/>
            <a:ext cx="480060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4️⃣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F74244-8322-57EA-609A-91909C9FE8DA}"/>
              </a:ext>
            </a:extLst>
          </p:cNvPr>
          <p:cNvSpPr txBox="1"/>
          <p:nvPr/>
        </p:nvSpPr>
        <p:spPr>
          <a:xfrm>
            <a:off x="7087867" y="4201468"/>
            <a:ext cx="510540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5️⃣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1CCBE0-0F90-2C2C-41DC-AE49CE26D3C5}"/>
              </a:ext>
            </a:extLst>
          </p:cNvPr>
          <p:cNvSpPr txBox="1"/>
          <p:nvPr/>
        </p:nvSpPr>
        <p:spPr>
          <a:xfrm>
            <a:off x="7341872" y="4214419"/>
            <a:ext cx="415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6️⃣</a:t>
            </a:r>
            <a:endParaRPr lang="pt-BR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B924314-BD7C-40C3-0F19-D0530B24E033}"/>
              </a:ext>
            </a:extLst>
          </p:cNvPr>
          <p:cNvSpPr/>
          <p:nvPr/>
        </p:nvSpPr>
        <p:spPr>
          <a:xfrm>
            <a:off x="9052568" y="6288794"/>
            <a:ext cx="1757654" cy="41556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 LIVE</a:t>
            </a:r>
            <a:endParaRPr lang="pt-BR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6631A9-5267-04C8-9E44-097CFBA9E975}"/>
              </a:ext>
            </a:extLst>
          </p:cNvPr>
          <p:cNvSpPr txBox="1"/>
          <p:nvPr/>
        </p:nvSpPr>
        <p:spPr>
          <a:xfrm>
            <a:off x="7207888" y="5287360"/>
            <a:ext cx="468629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7️⃣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B613B2-E211-2686-D39E-E1CA0489D7F7}"/>
              </a:ext>
            </a:extLst>
          </p:cNvPr>
          <p:cNvSpPr txBox="1"/>
          <p:nvPr/>
        </p:nvSpPr>
        <p:spPr>
          <a:xfrm>
            <a:off x="7197092" y="6325738"/>
            <a:ext cx="591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8️⃣</a:t>
            </a:r>
            <a:endParaRPr lang="pt-BR" dirty="0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D7668212-59B1-8C4C-4933-C4DFD7D8DA13}"/>
              </a:ext>
            </a:extLst>
          </p:cNvPr>
          <p:cNvSpPr/>
          <p:nvPr/>
        </p:nvSpPr>
        <p:spPr>
          <a:xfrm>
            <a:off x="9850117" y="2599067"/>
            <a:ext cx="132077" cy="2890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C273773A-4837-5733-579C-48D10F85C447}"/>
              </a:ext>
            </a:extLst>
          </p:cNvPr>
          <p:cNvSpPr/>
          <p:nvPr/>
        </p:nvSpPr>
        <p:spPr>
          <a:xfrm>
            <a:off x="9855193" y="3764939"/>
            <a:ext cx="132077" cy="2890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118AC34E-AD5C-5F0D-35D0-3AB42D0DD1C4}"/>
              </a:ext>
            </a:extLst>
          </p:cNvPr>
          <p:cNvSpPr/>
          <p:nvPr/>
        </p:nvSpPr>
        <p:spPr>
          <a:xfrm>
            <a:off x="9850118" y="4661719"/>
            <a:ext cx="132077" cy="2890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5918EF96-1CC6-E35C-B8CC-F6DE74000AC4}"/>
              </a:ext>
            </a:extLst>
          </p:cNvPr>
          <p:cNvSpPr/>
          <p:nvPr/>
        </p:nvSpPr>
        <p:spPr>
          <a:xfrm>
            <a:off x="9850118" y="5968204"/>
            <a:ext cx="132077" cy="2890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E3D4A1B-EC31-1F27-4C9C-06D2A8C3BD3A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7944483" y="2133555"/>
            <a:ext cx="467995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FE44E5B-90DF-D833-30E7-7453916BB425}"/>
              </a:ext>
            </a:extLst>
          </p:cNvPr>
          <p:cNvCxnSpPr>
            <a:cxnSpLocks/>
          </p:cNvCxnSpPr>
          <p:nvPr/>
        </p:nvCxnSpPr>
        <p:spPr>
          <a:xfrm>
            <a:off x="7944483" y="3312343"/>
            <a:ext cx="467995" cy="463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2999E99-A586-2B7D-4213-B3BBAF26599F}"/>
              </a:ext>
            </a:extLst>
          </p:cNvPr>
          <p:cNvCxnSpPr>
            <a:cxnSpLocks/>
          </p:cNvCxnSpPr>
          <p:nvPr/>
        </p:nvCxnSpPr>
        <p:spPr>
          <a:xfrm>
            <a:off x="7944483" y="4397772"/>
            <a:ext cx="450220" cy="463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CBD6E5C-B208-BB61-D1B5-92E05A87AB3A}"/>
              </a:ext>
            </a:extLst>
          </p:cNvPr>
          <p:cNvCxnSpPr>
            <a:cxnSpLocks/>
          </p:cNvCxnSpPr>
          <p:nvPr/>
        </p:nvCxnSpPr>
        <p:spPr>
          <a:xfrm>
            <a:off x="7903843" y="5483664"/>
            <a:ext cx="497210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3EDE8E9-5B47-3A7D-06BD-9C026854B6EF}"/>
              </a:ext>
            </a:extLst>
          </p:cNvPr>
          <p:cNvCxnSpPr>
            <a:cxnSpLocks/>
          </p:cNvCxnSpPr>
          <p:nvPr/>
        </p:nvCxnSpPr>
        <p:spPr>
          <a:xfrm>
            <a:off x="7903843" y="6493840"/>
            <a:ext cx="1116981" cy="0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AA3F867-A372-8511-1BA5-E46EE7CEB98D}"/>
              </a:ext>
            </a:extLst>
          </p:cNvPr>
          <p:cNvCxnSpPr>
            <a:cxnSpLocks/>
          </p:cNvCxnSpPr>
          <p:nvPr/>
        </p:nvCxnSpPr>
        <p:spPr>
          <a:xfrm flipH="1">
            <a:off x="7477761" y="2326829"/>
            <a:ext cx="6350" cy="765443"/>
          </a:xfrm>
          <a:prstGeom prst="line">
            <a:avLst/>
          </a:prstGeom>
          <a:ln w="31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67FE90-CD40-5ECC-2AD7-2D9F61659677}"/>
              </a:ext>
            </a:extLst>
          </p:cNvPr>
          <p:cNvCxnSpPr/>
          <p:nvPr/>
        </p:nvCxnSpPr>
        <p:spPr>
          <a:xfrm flipH="1">
            <a:off x="7463791" y="3456187"/>
            <a:ext cx="6350" cy="765443"/>
          </a:xfrm>
          <a:prstGeom prst="line">
            <a:avLst/>
          </a:prstGeom>
          <a:ln w="31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C8195B-B136-11EE-8A73-91283AF6E4C7}"/>
              </a:ext>
            </a:extLst>
          </p:cNvPr>
          <p:cNvCxnSpPr/>
          <p:nvPr/>
        </p:nvCxnSpPr>
        <p:spPr>
          <a:xfrm flipH="1">
            <a:off x="7452996" y="4571594"/>
            <a:ext cx="6350" cy="765443"/>
          </a:xfrm>
          <a:prstGeom prst="line">
            <a:avLst/>
          </a:prstGeom>
          <a:ln w="31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FC380BE-3504-1717-397B-9B4EC606BF60}"/>
              </a:ext>
            </a:extLst>
          </p:cNvPr>
          <p:cNvCxnSpPr>
            <a:cxnSpLocks/>
            <a:stCxn id="40" idx="2"/>
          </p:cNvCxnSpPr>
          <p:nvPr/>
        </p:nvCxnSpPr>
        <p:spPr>
          <a:xfrm flipH="1">
            <a:off x="7433311" y="5679968"/>
            <a:ext cx="8892" cy="571534"/>
          </a:xfrm>
          <a:prstGeom prst="line">
            <a:avLst/>
          </a:prstGeom>
          <a:ln w="31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845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36915f3-2f02-4945-8997-f2963298db46}" enabled="1" method="Standard" siteId="{cd99fef8-1cd3-4a2a-9bdf-15531181d65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112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Delivery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Pernarh (DHL Supply Chain)</dc:creator>
  <cp:lastModifiedBy>Vincent Pernarh (DHL Supply Chain)</cp:lastModifiedBy>
  <cp:revision>11</cp:revision>
  <dcterms:created xsi:type="dcterms:W3CDTF">2026-01-05T17:31:16Z</dcterms:created>
  <dcterms:modified xsi:type="dcterms:W3CDTF">2026-01-09T12:16:55Z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FOR INTERNAL USE</vt:lpwstr>
  </property>
</Properties>
</file>